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IBR Template Creation &amp;
Hybrid Network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B2D5E"/>
                </a:solidFill>
                <a:latin typeface="Arial"/>
              </a:rPr>
              <a:t>Technical Deep-Dive: Grid-Mesh Pipeline, Results Walkthrough, FastAPI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40280"/>
            <a:ext cx="27432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Supreeth Mysore  |  Lead GPU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Hitachi Digital Services  |  Pratt &amp; Whitney F135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March 2026  |  Sprint 3 Technical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Technical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Deep-dive into how the template is built and how every result traces back to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1. Template Architecture: Grid + Mesh Hybrid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Why two data structures; how they complement each other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2. Voxel Grid: Discretizing 3D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The code that turns 55K raw points into 22K indexed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93976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93976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85416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3. KD-Tree Mesh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59736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Spatial queries at O(log n) — the backbone of every phase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23744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4. Zone Template: 13-Zone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89503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Percentage boundaries, multi-zone resolution, compliance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53512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5. Results Trace: End-to-End Defect Walk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19272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Following one defect through all 8 phases to its disposition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83279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7472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6. FastAPI Dashboard: Code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39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12 API endpoints, Plotly 3D rendering, live pipeline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THIS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Goes deep into HOW the template is built, HOW results are computed, and HOW the dashboard works. Code snippets included.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Template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How we build the computational substrate for defect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4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Why Hybrid Grid + Mesh?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Two data structures, each optimized for different query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Voxel Grid (Discretization)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O(1) lookup via floor(point / voxel_size)
Uniform spatial partitioning
55K raw points → 22K unique cells at 0.5mm
Used for: downsampling, zone lookup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KD-Tree Mesh (Spatial Queries)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O(log n) nearest-neighbor queries
scipy.spatial.cKDTree (C-compiled)
22K queries in &lt;1 second with workers=-1
Used for: deviation, outlier, adjacency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Grid alone cannot do nearest-neighbor queries on irregular geometry.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KD-tree alone cannot do O(1) cell-based zone lookup.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Together they cover every query pattern in the pipeline.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DESIGN RATIONALE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Grid gives speed for filtering. KD-tree gives precision for measurement. Neither alone is sufficient.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5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Template Creation: 5-Step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From raw PLY to indexed, normal-enriched point cloud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PLY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55K raw
points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Voxel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99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floor(pt/0.5mm)
22K cells</a:t>
            </a:r>
          </a:p>
        </p:txBody>
      </p:sp>
      <p:sp>
        <p:nvSpPr>
          <p:cNvPr id="12" name="Oval 11"/>
          <p:cNvSpPr/>
          <p:nvPr/>
        </p:nvSpPr>
        <p:spPr>
          <a:xfrm>
            <a:off x="3749039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9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Outlier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KD-tree k=20
μ+2.5σ threshold</a:t>
            </a:r>
          </a:p>
        </p:txBody>
      </p:sp>
      <p:sp>
        <p:nvSpPr>
          <p:cNvPr id="15" name="Oval 14"/>
          <p:cNvSpPr/>
          <p:nvPr/>
        </p:nvSpPr>
        <p:spPr>
          <a:xfrm>
            <a:off x="5394960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Normals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PCA k=30
smallest eigvec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0" y="1371600"/>
            <a:ext cx="411480" cy="411480"/>
          </a:xfrm>
          <a:prstGeom prst="ellipse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74519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3333"/>
                </a:solidFill>
                <a:latin typeface="Arial"/>
              </a:rPr>
              <a:t>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4884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  <a:latin typeface="Arial"/>
              </a:rPr>
              <a:t>22,064 pts
indexed+normals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The template IS the cleaned point cloud with normals.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Every downstream phase queries this structure via grid index or KD-tree.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KEY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Template creation is deterministic. Same input always produces same template. No randomness, no ML, no 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6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Voxel Downsampling: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Three lines of NumPy that reduce 55K to 22K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indices = np.floor(points / voxel_size).astype(np.int64)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_, unique_idx = np.unique(indices, axis=0, return_index=True)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downsampled = points[unique_idx]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Result: 55,000 → 22,545 points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Each voxel: 0.5mm³ cube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Points sharing the same cell collapse to one representative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Measurement requirement: ±0.001" = ±0.025mm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Voxel size: 0.5mm = 50x finer than requirement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Engineering margin built into the discretization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0.5mm voxels give 50x finer resolution than our measurement requirement. That is deliberate engineering margin.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7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Statistical Outlier Removal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KD-tree k-NN distance filter removes scanner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tree = cKDTree(points)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dists, _ = tree.query(points, k=21)    # self + 20 neighbors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mean_dists = np.mean(dists[:, 1:], axis=1)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threshold = global_mean + 2.5 * global_std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inliers = mean_dists &lt; threshold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Result: 22,545 → 22,064 points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481 outliers removed (2.1%)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Each point's 20-nearest-neighbor mean distance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compared to the global population statistics.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Points with unusually high mean distance are isolated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Scanner noise creates isolated points that would become phantom defects. This filter catches them before they corrupt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KD-Tree Mesh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The spatial data structure that powers every query in the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KD-TREE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9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What Is a KD-Tree?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Binary space partitioning for O(log n) spatial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Binary tree that alternates splitting on X, Y, Z axes.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Build complexity:  O(n log n) — one-time cost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Query complexity:  O(log n) — per point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Brute force on 22K points: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22,000 × 22,000 = 484,000,000 comparisons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KD-tree on 22K points: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22,000 × 15 levels ≈ 330,000 comparisons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Speedup: ~1,500x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Our implementation: scipy.spatial.cKDTree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C-compiled. Multi-threaded via workers=-1.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Without KD-trees, Phase 3 takes 30 minutes. With them, 0.1 seconds. That is the difference between usable and unusable.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KD-TREE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10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KD-Tree Across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Used in 4 of 8 phases plus the defect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Phase 1: Outlier Removal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k-NN distance to detect isolated scanner noise points.
k=20 neighbors, compare to global mean+2.5σ.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Phase 2: ICP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Nearest-neighbor correspondence matching.
Iteratively finds closest CAD point for each scan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Phase 3: Deviation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Signed distance from every scan point to nearest CAD point.
Vectorized batch query: 22K points in one call.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377440"/>
            <a:ext cx="3840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377440"/>
            <a:ext cx="64008" cy="9144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4688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Defect Library: Adjacency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7432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query_ball_point for radius-based neighbor search.
Finds all defects within 5mm of each other.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BACKBONE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The KD-tree is the computational backbone. Remove it and Phase 3 alone exceeds our 90-second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11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Signed Distance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The core mathematical operation for defect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For each scan point pᵢ: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1. Find nearest CAD point cⱼ = KD-tree.query(pᵢ)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2. Get CAD surface normal nⱼ at cⱼ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3. signed_dist = (pᵢ − cⱼ) · nⱼ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Convention: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Negative = material removed (nick, gouge, crack)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Positive = material added (buildup, deposit)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Vectorized implementation: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tree = cKDTree(cad_pts)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_, indices = tree.query(scan_pts, k=1, workers=-1)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diff = scan_pts - cad_pts[indices]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signed = np.sum(diff * cad_normals[indices], axis=1)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VECTORIZED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No Python loops. 22,064 signed distances computed in one NumPy dot product operation.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12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Deviation Analysis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Output from our first pipeline run on synthetic IBR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22,064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Points
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±0.14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Deviation range
(mm)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Below threshold
(3.6%)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280160"/>
            <a:ext cx="1965960" cy="1188720"/>
          </a:xfrm>
          <a:prstGeom prst="roundRect">
            <a:avLst/>
          </a:prstGeom>
          <a:solidFill>
            <a:srgbClr val="F9F5F7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1417319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70945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79" y="21031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Defect clusters
after DBSCAN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Mean deviation: -0.0008mm (near zero = good alignment)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Std deviation: 0.0132mm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Threshold: -0.010mm = 2x scanner precision floor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3.6% candidate rate on synthetic data with 4 injected defects. Threshold performing as designed.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Zone Template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Mapping every point on the blade to P&amp;W's 13-zone classification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14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Two-Layer Zone Boundary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Percentages for portability, millimeters for 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2801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Layer 1: Percentages (Stored)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A1: 0–3.83% of blade span
A2: 3.83–62.88% of span
A3: 62.88–99.77% of span
Portable across all 9 F135 stages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2801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Layer 2: Millimeters (Runtime)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resolve_zone(pct, measured_span_mm)
Uses ACTUAL measured blade span from ICP
Handles manufacturing variation
Worn blade gets correct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Why measured span, not nominal?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ICP alignment gives actual as-manufactured geometry.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A blade worn 2mm at the tip has different effective span.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PORTABILITY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One config file works across all 9 F135 stages. Zero per-stage calibration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15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Zone Classification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How each defect gets mapped to one or more P&amp;W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if edge and nearest_edge == 'LE':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match A1/A2/A3 by span percentage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elif edge and nearest_edge == 'TE':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match B1/B2 by span percentage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else:  # surface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default C1 (convex) or C2 (concave)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ALWAYS check tip zones regardless of classification: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tip_zones = match_tip_zones(height_pct)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# A defect at 95% span on LE gets both A3 AND E2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Multi-zone resolution: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most_restrictive = min(limits_list,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key=lambda l: (l.max_depth_in, l.max_length_in))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Confirmed by P&amp;W: always most restrictive.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TIP ZONE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Tip zone check is independent of edge/surface. A defect near the tip always gets tightest applicable limits.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16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Compliance Check: AND Logic, Three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Every condition must pass simultaneously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8229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SERVICEABLE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depth ≤ max_depth AND
length ≤ max_length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8016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64008" cy="8229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BLEND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19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depth ≤ 1.5× max_depth AND
length ≤ 1.5× max_length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8016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64008" cy="8229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71600"/>
            <a:ext cx="2240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REPLACE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19"/>
            <a:ext cx="2240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Exceeds blend limits
Blade replacement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Special modifiers: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  Cracks: 0.5x normal limits (half tolerance)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  FOD: 0.8x normal limits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  Unknown zone: default to most restrictive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AND logic = a defect 0.001" over on length but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perfect on depth still gets flagged. No partial passes.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AEROSPACE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No partial passes. Every dimension must be within limits simultaneously. This is non-negotiable.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Defect Library: Hybrid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Grid + Metric dual-index for cross-dimensional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18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DefectLibrary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Four-dimensional query system with optimized indices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Primary store:  dict[defect_id → defect_dict]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Secondary indices: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by_foil: foil_number → [defect_ids]    (instant lookup)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by_zone: zone_id → [defect_ids]        (instant lookup)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Spatial index: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cKDTree on defect centroids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Rebuilt lazily via _tree_dirty flag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4 Dimensions of Analysis: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D1: WHERE is the defect  (Grid O(1) or Metric O(log n))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D2: WHICH zone           (percentage-based lookup)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D3: CROSS-ZONE           (aggregate via secondary index)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D4: CROSS-FOIL           (RotorDefectAnalysis class)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QUERY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Each dimension has its own optimized query path. D1-D3 run per-blade in parallel. D4 runs once after all blades finish.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19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Adjacency Detection: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KD-tree radius query for cross-defect proximity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def find_adjacent_defects(self, defect_id, threshold_mm=5.0):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center = self._centroids[defect_id]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indices = self._kdtree.query_ball_point(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center, r=threshold_mm)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return [defects[tree_ids[i]] for i in indices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   if tree_ids[i] != defect_id]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Why adjacency matters: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Two small defects 3mm apart may each pass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individual zone limits, but together they create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a structural weakness that needs flagging.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query_ball_point: O(log n) radius search.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No brute-force distance matrix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PROXIMITY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Cross-defect proximity is a safety-critical check. Two passing defects can together fail if they are close enough.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Results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Tracing defects through the full pipeline end to end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21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Defect F001_D002: Full 8-Phase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Following one defect from raw scan to REPLACE disposition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1: Part of 55,000 raw pts → survives voxel + outlier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2: Aligned with 0.016mm RMSE → correct position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3: 345 points have signed distance -0.048 to -0.122mm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All below -0.010mm threshold → flagged as candidates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5: DBSCAN groups 345 nearby pts into one cluster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eps=1.0mm, min_samples=3 → one contiguous defect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6: OBB measurement: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Length = 0.5960" | Width = 0.4683" | Depth = 0.0048"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Phase 7: Zones C1 + E2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C1 limit: depth≤0.010", length≤0.080"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Length 0.596" &gt;&gt; 0.080" → REPLACE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Remove any single phase and this defect gets missed or gets wrong disposition. Every phase contributes.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22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All 4 Detected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Complete results from the initial pipeline run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Zones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Depth (in)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Length (in)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Disposition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F001_D001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0.0011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0.0757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SERVICEABLE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0.5960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REPLACE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F001_D003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0.0056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0.6105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REPLACE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F001_D004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C1, 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0.0364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SERVICEABLE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D002/D003 exceeded C1 max_length 0.080" by 7x. System correctly identified them as REPLACE. Matches expected outcomes.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23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PCA vs OBB: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Domain-validated measurement distinction from P&amp;W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Edge Defects → PCA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Within 0.080" of LE/TE
Principal component aligns with edge tangent
Measures LONGITUDINALLY along the curve
Edge nicks elongate along the 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137160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Surface Defects → OBB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Away from edges (&gt;0.080")
Oriented Bounding Box via convex hull
Measures TRANSVERSELY across the surface
Surface dents are more isotropic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Using the wrong method gives wrong measurements.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666666"/>
                </a:solidFill>
                <a:latin typeface="Arial"/>
              </a:rPr>
              <a:t>This distinction came from Bryan at P&amp;W, not from the math.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DOMAIN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PCA vs OBB is a domain decision you cannot derive from algorithms alone. Required direct input from P&amp;W engineers.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8B2D5E"/>
                </a:solidFill>
                <a:latin typeface="Georg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FastAPI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6576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  <a:latin typeface="Arial"/>
              </a:rPr>
              <a:t>Live interactive web application code walkthrough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25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FastAPI Architecture &amp; Key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Async Python serving Plotly 3D visualizations over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Stack: FastAPI (async) → Jinja2 templates → Plotly.js (WebGL)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Key endpoint — deviation heatmap data: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@app.get('/api/pointcloud/deviations')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async def api_deviations():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scan_pcd = read_point_cloud(scan_path)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cad_pcd = read_point_cloud(cad_path)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tree = cKDTree(cad_pts)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_, idx = tree.query(scan_pts, k=1, workers=-1)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diff = scan_pts - cad_pts[idx]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signed = np.sum(diff * normals[idx], axis=1)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return {'points': pts.tolist(),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        'deviations': signed.tolist()}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SAME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Same KD-tree computation from Phase 3 exposed as a REST API. 30,000 signed distances computed per API call.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26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Dashboard: Visual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Every chart reads from actual pipeline output — nothing mocked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Stats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5 cards: Part#, Defects, Serviceable, Blend, Replace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3D Deviation 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19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Plotly scatter3d, 30K points, blue→green→red colorscale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5740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5740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Disposition Donut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2316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Pie chart: green/amber/red segments with 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05740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05740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14884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Zone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42316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Bar chart showing defect count per P&amp;W zone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3464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83464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260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Defect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All defects with measurements and color-coded badges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83464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2834640"/>
            <a:ext cx="64008" cy="64008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2926080"/>
            <a:ext cx="3520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Depth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200400"/>
            <a:ext cx="3520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Bar chart: each defect depth vs zone limit threshold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REAL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Re-run the pipeline, refresh the browser — dashboard updates instantly. No cache, no stale data.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3D 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27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3D Viewer: Plotly.js Rendering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Client-side WebGL handles 50K points smoothly in the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4 View Modes: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1. Deviation Heatmap — color by signed distance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2. Scan Point Cloud — raw scan in green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3. CAD Reference — blue reference model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4. Defect Clusters — colored by defect ID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Plotly.js rendering: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Plotly.newPlot('viewer', [{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x, y, z,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mode: 'markers', type: 'scatter3d',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marker: {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size: 2, color: deviations,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  colorscale: [['#3b82f6'],['#22c55e'],['#ef4444']]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  }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}]);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Arial"/>
              </a:rPr>
              <a:t>Controls: point size slider, max points, reset camera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BROWSER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No server-side rendering. Plotly uses WebGL — the browser GPU does all the 3D work. Server only sends point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28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12 REST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Integration surface for Hitachi systems and external tools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67094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/api/report/latest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Latest inspection report JSON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List all reports with metadata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/api/download/{file}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Download JSON or Excel file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/api/pointcloud/scan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Scan cloud (40K points)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/api/pointcloud/deviations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Deviation-colored cloud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Pipeline YAML configuration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/api/rotor-configs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F135 rotor definitions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/api/pipeline/run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Trigger pipeline execution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/api/pipeline/status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Pipeline run progress</a:t>
                      </a:r>
                    </a:p>
                  </a:txBody>
                  <a:tcPr>
                    <a:solidFill>
                      <a:srgbClr val="F9F5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Any system can POST to /api/pipeline/run and poll /api/pipeline/status. Ready for Hitachi system integration.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01168"/>
            <a:ext cx="1645920" cy="292608"/>
          </a:xfrm>
          <a:prstGeom prst="round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Arial"/>
              </a:rPr>
              <a:t>29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70945"/>
                </a:solidFill>
                <a:latin typeface="Georgia"/>
              </a:rPr>
              <a:t>Discussion Questions for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rial"/>
              </a:rPr>
              <a:t>Technical decisions that need group input before Sprint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1. Voxel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Should we go finer than 0.5mm for production scanner data?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64208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2. KD-tree vs R-tree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Would R-tree be better for zone boundary polygon queries?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93976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93976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85416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3. LE/TE Curve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59736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How do we extract edge curves from CAD mesh automatically?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23744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4. Multi-Zone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89503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Defects spanning 3+ zones — flag for manual review?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53512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5. Dashboard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19272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What other Hitachi systems need API access?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83279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64008" cy="384048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74720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Arial"/>
              </a:rPr>
              <a:t>6. Real Scan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49039"/>
            <a:ext cx="790956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Arial"/>
              </a:rPr>
              <a:t>When can we validate against actual P&amp;W scanner output?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977639"/>
            <a:ext cx="9144000" cy="1165860"/>
          </a:xfrm>
          <a:prstGeom prst="rect">
            <a:avLst/>
          </a:prstGeom>
          <a:solidFill>
            <a:srgbClr val="670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BLOCKERS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Items 3 and 6 are blocking. I need answers on LE/TE extraction and real scan data before Sprint 4 planning.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0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The Template Is Built.
The Network Is Running.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B2D5E"/>
                </a:solidFill>
                <a:latin typeface="Arial"/>
              </a:rPr>
              <a:t>Grid discretization + KD-tree mesh = hybrid precision at production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36576"/>
          </a:xfrm>
          <a:prstGeom prst="rect">
            <a:avLst/>
          </a:prstGeom>
          <a:solidFill>
            <a:srgbClr val="8B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Supreeth Mysore  |  supreeth.mysore@hitachids.com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Hitachi Digital Services  |  P&amp;W F135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CCCCC"/>
                </a:solidFill>
                <a:latin typeface="Arial"/>
              </a:rPr>
              <a:t>github.com/drmysore/open3d-ibr-defect-extraction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