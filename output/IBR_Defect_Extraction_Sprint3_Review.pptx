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Georgia"/>
              </a:rPr>
              <a:t>IBR Automated Defect Extraction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8B2D5E"/>
                </a:solidFill>
                <a:latin typeface="Arial"/>
              </a:rPr>
              <a:t>Open3D 8-Phase Pipeline  |  Sprint 3 Initial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27432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Supreeth Mysore  |  Lead GPU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Hitachi Digital Services  |  Pratt &amp; Whitney F135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March 2026  |  Sprint 3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30-minute walkthrough of our Sprint 3 progress and initial pipeline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82296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438912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1. Problem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7909560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Why we are building this; the manual inspection bottleneck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82296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64008" cy="438912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2. Architecture &amp;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7909560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The 8-phase Open3D processing pipeline end-to-end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86000"/>
            <a:ext cx="82296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64008" cy="438912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3. Initial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51760"/>
            <a:ext cx="7909560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First run metrics, defect detection, zone classification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88920"/>
            <a:ext cx="82296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64008" cy="438912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8036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4. Interactive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154679"/>
            <a:ext cx="7909560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Live FastAPI web application with 3D visualization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91840"/>
            <a:ext cx="82296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64008" cy="438912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8328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5. Next Steps &amp; Sprint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57600"/>
            <a:ext cx="7909560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What we still need, open questions for P&amp;W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MEETING 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Walk through the working pipeline, demonstrate initial results, and align on Sprint 4 priorities with the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The Problem We Are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Manual blade inspection is a throughput bottleneck in F135 MRO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4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Manual Inspection: The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Current state versus what we are building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56032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19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5-12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Minutes per blade
(manual)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280160"/>
            <a:ext cx="256032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17319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11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0312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Stage 3 IBR
(55 blades)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56032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19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22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Stage 9 IBR
(110 blades)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Manual process: visual exam under magnification, caliper measurement,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comparison against reparable limits, written documentation per blade.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Human variability: ±0.003" typical vs ±0.001" required.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THE BOTTLENECK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A single Stage 9 IBR takes a full technician day. Our system targets under 90 seconds for the same work at higher precision.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5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Automated Inspection: Our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Key performance targets for the production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&lt;90s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Per IBR
processing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±0.001"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Measurement
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Defect
detection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&lt;2%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False positive
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Replaces manual inspection with 3D LiDAR scan processing.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Processes entire IBR in one pass. Generates P&amp;W-format compliance reports.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Cost: $0.08-$0.34 per IBR inspection on AWS.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COST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$0.18 per Stage 3 IBR versus hours of technician time. Annual projection at 720 IBRs: under $250 total compute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8-phase Open3D pipeline from raw PLY scan to P&amp;W compliance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7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8-Phase 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End-to-end from PLY scan to compliance report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32588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Data
Prep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1031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Load, clean,
downsample</a:t>
            </a:r>
          </a:p>
        </p:txBody>
      </p:sp>
      <p:sp>
        <p:nvSpPr>
          <p:cNvPr id="9" name="Oval 8"/>
          <p:cNvSpPr/>
          <p:nvPr/>
        </p:nvSpPr>
        <p:spPr>
          <a:xfrm>
            <a:off x="1508760" y="132588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288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39" y="21031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RANSAC +
ICP align</a:t>
            </a:r>
          </a:p>
        </p:txBody>
      </p:sp>
      <p:sp>
        <p:nvSpPr>
          <p:cNvPr id="12" name="Oval 11"/>
          <p:cNvSpPr/>
          <p:nvPr/>
        </p:nvSpPr>
        <p:spPr>
          <a:xfrm>
            <a:off x="2560320" y="132588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18288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Deviate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1031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KD-tree
signed dist</a:t>
            </a:r>
          </a:p>
        </p:txBody>
      </p:sp>
      <p:sp>
        <p:nvSpPr>
          <p:cNvPr id="15" name="Oval 14"/>
          <p:cNvSpPr/>
          <p:nvPr/>
        </p:nvSpPr>
        <p:spPr>
          <a:xfrm>
            <a:off x="3611879" y="132588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99" y="18288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1031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Angular
DBSCAN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132588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18288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Cluster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1031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Spatial
DBSCAN</a:t>
            </a:r>
          </a:p>
        </p:txBody>
      </p:sp>
      <p:sp>
        <p:nvSpPr>
          <p:cNvPr id="21" name="Oval 20"/>
          <p:cNvSpPr/>
          <p:nvPr/>
        </p:nvSpPr>
        <p:spPr>
          <a:xfrm>
            <a:off x="5715000" y="132588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288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1031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PCA / OBB
dimensions</a:t>
            </a:r>
          </a:p>
        </p:txBody>
      </p:sp>
      <p:sp>
        <p:nvSpPr>
          <p:cNvPr id="24" name="Oval 23"/>
          <p:cNvSpPr/>
          <p:nvPr/>
        </p:nvSpPr>
        <p:spPr>
          <a:xfrm>
            <a:off x="6766559" y="132588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18288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Classify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1031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13-zone +
compliance</a:t>
            </a:r>
          </a:p>
        </p:txBody>
      </p:sp>
      <p:sp>
        <p:nvSpPr>
          <p:cNvPr id="27" name="Oval 26"/>
          <p:cNvSpPr/>
          <p:nvPr/>
        </p:nvSpPr>
        <p:spPr>
          <a:xfrm>
            <a:off x="7818119" y="132588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8288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799" y="21031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Excel +
JSON 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Each phase is independently configurable via YAML. No magic numbers in code. All 91 compliance rules externalized.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8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Registration: Scan-to-CAD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Two-stage approach: coarse global + fine local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10972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Stage 1: RANSAC (Coarse)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Feature-based global alignment using FPFH descriptors.
4M iterations, 0.999 confidence. Handles wildly off scans.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10972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Stage 2: ICP (Fine)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Iterative Closest Point refines to sub-micron precision.
Point-to-Plane estimation, 200 max iterations.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3840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64008" cy="9144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2607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RMSE must be &lt; 0.05mm. If alignment fails, inspection is flagged.
Our initial run achieved 0.016mm RMSE.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560320"/>
            <a:ext cx="3840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560320"/>
            <a:ext cx="64008" cy="9144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65176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Why This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92607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Misaligned scan = every point looks like a defect.
Registration quality gates everything downstream.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INITIAL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Registration RMSE of 0.016mm on synthetic data validates the two-stage approach. Well within our 0.05mm acceptance threshold.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9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Deviation Analysis: Finding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Vectorized KD-tree signed distance computation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For every scan point, compute signed distance to nearest CAD surface: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•  Negative deviation = material removed (nick, gouge, crack)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•  Positive deviation = material added (buildup, deposit)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•  Threshold: -0.010mm selected for 100% detection, 1.8% false positive rate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SciPy cKDTree provides 10x speedup over loop-based approach.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Handles 20M points in under 50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THRESHOLD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-0.010mm gives 100% detection with 1.8% FP rate. Provides 2x margin above scanner precision floor of ±0.005mm.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10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Sensitivity Analysis: Threshold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Systematic evaluation of detection vs false positive tradeoff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Threshold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Detection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False Positive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Assessment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-0.005mm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12.4%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Too sensitive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-0.008mm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Acceptable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-0.010mm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1.8%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-0.012mm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99.2%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Misses defects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-0.015mm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96.1%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0.3%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Unacceptable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We went with -0.010mm. Zero missed defects is non-negotiable in aerospace. 1.8% FP rate gets filtered by DBSCAN clustering downstream.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11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P&amp;W 13-Zone Classification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Zone-specific reparable limits drive disposition decisions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82880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Zone Group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Severity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Max Depth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Max Length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LE_TIP / TE_TIP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CRITICAL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0.005"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0.030"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A1 / B1 (LE/TE Critical)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0.003"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0.020"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A2, A3, B2 (LE/TE Mid/Outer)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0.005-0.008"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0.040-0.060"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C1, C2 (Convex/Concave)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0.010"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0.080"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D1, D2 (Platform)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0.015"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0.100"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E1, E2 (Root/Tip)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0.008-0.010"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0.060-0.080"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MULTI-ZONE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When a defect spans two zones, we apply the most restrictive limit. Confirmed directly by P&amp;W. Non-negotiable for aerospace safety.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12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Compliance Engine: 91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13 zones x 7 defect types, three disposition tiers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100584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SERVICEABLE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2240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Depth and length within zone limits.
Return to service with no action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8016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64008" cy="100584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BLEND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45919"/>
            <a:ext cx="2240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Within 1.5x zone limits.
Blend/repair the defect and recheck.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8016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64008" cy="100584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REPLACE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45919"/>
            <a:ext cx="2240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Exceeds blend limits.
Blade or rotor replacement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AND logic: all conditions must pass simultaneously.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Cracks get 0.5x normal limits. FOD gets 0.8x.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7 defect types: nick, dent, crack, FOD, erosion, scratch, gouge.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SAFETY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Unknown zones default to the most restrictive limits. We would rather flag a false positive than miss a real crack in a turbine blade.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Initial Pipeline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First end-to-end run on synthetic IBR data with controlled defects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14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First Pipeline Run: 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Synthetic 5-blade IBR with controlled nick, dent, and gouge defects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14.5s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Total
processing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0.016mm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Registration
RMSE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Defects
detected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79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3.6%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79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Defect
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Input: 55,000 point synthetic IBR with 5 blades.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Downsampled to 22,064 points. 800 defect candidates identified.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4 discrete defect clusters confirmed after DBSCAN filtering.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Disposition: 2 SERVICEABLE, 2 REPLACE.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14.5 seconds on a single CPU with no GPU. Well within the 90-second target. Production AWS GPU instances will be significantly faster.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DEFECTS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15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Detected Defect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All four defects from the initial pipeline run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Defect ID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Zones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Depth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Length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Disposition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F001_D001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C1, E2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0.0011"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0.0757"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SERVICEABLE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F001_D002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C1, 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0.0048"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0.5960"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REPLACE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F001_D003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C1, E2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0.0056"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0.6105"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REPLACE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F001_D004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C1, 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0.0006"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0.0364"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SERVICEABLE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DISPOSITION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Two defects exceeded zone C1 limits (max length 0.080"). The system correctly identified them as REPLACE candidates.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16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Measurement: PCA vs OBB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Domain-validated distinction confirmed by Bryan (P&amp;W)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12801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Edge Defects: PCA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Within 0.080" of LE/TE. Measure longitudinally
along the edge curve. First principal component
aligns with the natural edge direction.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12801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Surface Defects: OBB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Away from edges. Measure transversely using
Oriented Bounding Box. Surface defects are
more isotropic than edge defects.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Using the wrong method produces wrong measurements.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This was a critical domain decision, not an engineering shortcut.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Edge threshold: 0.080" (2.032mm) from LE or TE curve.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DOMAIN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This PCA vs OBB distinction is one of those decisions that you cannot figure out from the math alone. Took direct domain input to get right.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17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F135 Rotor Coverage: 9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12 part numbers, 20-110 blades per stage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Blades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Part Numbers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4137321, 4135411, 4134621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4130812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3 (focus)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4134613, 4130813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4119904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5-6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54-70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4119905, 4133006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7-9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82-110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4136007, 4133008, 4131129-01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Zone boundaries stored as percentages, not absolute mm. One config works across all 9 stages with different blade geometries.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Interactive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FastAPI web application with Plotly 3D visualization and live reporting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19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Web Dashboard: Three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FastAPI + Plotly for interactive inspection and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13716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Dashboard (Main)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Stats cards, 3D deviation heatmap, disposition pie chart,
zone distribution, defect table, depth comparison bar chart.
All interactive. All real-time data from pipeline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13716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3D 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Full-screen rotatable point cloud. Four view modes:
Deviation Heatmap, Scan, CAD Reference, Defect Clusters.
Point size slider, max points selector.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34640"/>
            <a:ext cx="3840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64008" cy="8229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Reports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All inspection reports with timestamps and dispositions.
JSON viewer inline. Excel and JSON download buttons.
One-click pipeline re-run from the dashboard.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834640"/>
            <a:ext cx="3840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834640"/>
            <a:ext cx="64008" cy="8229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92608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2004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12 endpoints: /api/report/latest, /api/pointcloud/deviations,
/api/pipeline/run, /api/config, and more.
Ready for integration with other Hitachi systems.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LIVE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The dashboard is running right now at localhost:8000. We will switch to a live demo after this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20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Production Architecture: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Parallel GPU processing for &lt;90s per IBR at any blade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S3 Upload → EventBridge → Lambda Orchestrator → AWS Batch (parallel)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All N blades processed simultaneously on separate g4dn.xlarge GPUs.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Each blade: ~20 seconds. Total wall time: 20s + 40s aggregation = 60s.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Stage 3 (55 blades): $0.18 per IBR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Stage 9 (110 blades): $0.34 per IBR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ITAR compliant: all processing in AWS US regions, encrypted at rest,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VPC with no internet gateway, CloudTrail audit logging.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PRODUCTION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Architecture is designed. Sprint 4 will provision the AWS infrastructure and deploy the containerized pipeline.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Next Steps &amp; Sprint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What needs to happen before production readiness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QUESTIONS FOR P&amp;W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22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Open Questions for Pratt &amp; Whitney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Items we need resolved to move forward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8229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420624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Zone boundaries by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790956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Do zones A1-A3, B1-B2 scale with blade size per stage, or are they fixed?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55648"/>
            <a:ext cx="8229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64008" cy="420624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47088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LE/TE curve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21408"/>
            <a:ext cx="790956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We need actual leading/trailing edge curves from the CAD for edge-distance classification.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31136"/>
            <a:ext cx="8229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31136"/>
            <a:ext cx="64008" cy="420624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22576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Real scan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596896"/>
            <a:ext cx="790956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Can we get a sample Stage 3 PLY scan for validation against vendor results?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06624"/>
            <a:ext cx="8229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06624"/>
            <a:ext cx="64008" cy="420624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798064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Adjacency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072384"/>
            <a:ext cx="790956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Spanwise-only distance or Euclidean distance for cross-defect adjacency checks?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182112"/>
            <a:ext cx="8229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182112"/>
            <a:ext cx="64008" cy="420624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73552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Cross-foil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47872"/>
            <a:ext cx="790956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Are there assembly-level limits beyond individual blade rules?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BLOCKING ITEMS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Real scan data is the single biggest blocker. Everything else we can work around with reasonable assumptions.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SPRINT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23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Sprint 4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Two-week plan to move from prototype to validation-ready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8229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420624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1. AWS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790956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Provision RDS, Lambda, Batch compute environment, S3 buckets.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55648"/>
            <a:ext cx="8229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64008" cy="420624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47088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2. Real Scan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21408"/>
            <a:ext cx="790956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Run pipeline against actual P&amp;W scan data. Compare to vendor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31136"/>
            <a:ext cx="8229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31136"/>
            <a:ext cx="64008" cy="420624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22576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3. LE/TE Curve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596896"/>
            <a:ext cx="790956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Extract edge curves from CAD mesh for accurate edge-distance measurement.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06624"/>
            <a:ext cx="8229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06624"/>
            <a:ext cx="64008" cy="420624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798064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4. ML Model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072384"/>
            <a:ext cx="790956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Train Random Forest on labeled defect data for defect type classification.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182112"/>
            <a:ext cx="8229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182112"/>
            <a:ext cx="64008" cy="420624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73552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5. Foil Segmentation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47872"/>
            <a:ext cx="790956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Calibrate DBSCAN parameters on real rotor geometry (not synthetic).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SPRINT 4 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By end of Sprint 4, run the pipeline against a real Stage 3 scan and produce a report that matches vendor findings within tolerance.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Pipeline is Running. Results are Real.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B2D5E"/>
                </a:solidFill>
                <a:latin typeface="Arial"/>
              </a:rPr>
              <a:t>14.5 seconds. 4 defects detected. 91 rules checked. Reports generated.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27432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Supreeth Mysore  |  supreeth.mysore@hitachids.com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Hitachi Digital Services  |  Pratt &amp; Whitney F135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github.com/drmysore/open3d-ibr-defect-extraction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